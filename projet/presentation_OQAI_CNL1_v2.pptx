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2" r:id="rId36"/>
    <p:sldId id="293" r:id="rId37"/>
    <p:sldId id="294" r:id="rId38"/>
    <p:sldId id="310" r:id="rId39"/>
    <p:sldId id="295" r:id="rId40"/>
    <p:sldId id="296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8" r:id="rId49"/>
    <p:sldId id="309" r:id="rId5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43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Analyse des données CO₂ — OQAI CNL1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CD5E8"/>
                </a:solidFill>
              </a:rPr>
              <a:t>Préparation · EDA · Clustering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</a:rPr>
              <a:t>Préparation des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931920"/>
            <a:ext cx="2743200" cy="54864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CO₂ — Analyse univariée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Température intérieure — Analyse univariée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Humidité relative — Analyse univariée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 — Analyse univariée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Logements — Analyse qualitative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Logements — Surface habitable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Occupants — Âge &amp; segmentation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9. Variables de logement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9. Variables de logement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9. Variables de logement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9. Variables de logement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9. Variables de logement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9. Variables de logement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9. Variables de logement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10. Variables occupants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10. Variables occupants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10. Variables occupants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10. Variables occupants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10. Variables occupants — Analyse qualitative &amp; quantitative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</a:rPr>
              <a:t>Analyse Exploratoire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931920"/>
            <a:ext cx="2743200" cy="54864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Corrélations entre mesures physiques (Spearman)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CO₂ — Profil horaire moyen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CO₂ — Semaine vs week-end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Signatures ACF par logement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K-selection — Silhouette &amp; inertie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GMM vs KMeans — Comparaison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PCA 2D — Clustering des logements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PCA — Contributions des variables (loadings)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Heatmap ACF par cluster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Carte des clusters par logement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Outliers CO₂ — Distribution des pics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Outliers CO₂ — Profils journaliers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</a:rPr>
              <a:t>Clustering des journées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931920"/>
            <a:ext cx="2743200" cy="54864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6 — K-selection (silhouette &amp; inertie)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6 — Profils CO₂ par day-type (K=6)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6 — 20 types de journées — profil CO₂ moyen ± 1σ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6 — CO₂ brut 10 min par day-type (semaine)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6 — CO₂ brut 10 min par day-type (week-end)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6 — Validation semainier (</a:t>
            </a:r>
            <a:r>
              <a:rPr sz="1400" b="1" dirty="0" err="1">
                <a:solidFill>
                  <a:srgbClr val="FFFFFF"/>
                </a:solidFill>
              </a:rPr>
              <a:t>présence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déclarée</a:t>
            </a:r>
            <a:r>
              <a:rPr sz="1400" b="1" dirty="0">
                <a:solidFill>
                  <a:srgbClr val="FFFFFF"/>
                </a:solidFill>
              </a:rPr>
              <a:t>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6b — K-selection dérivée z-norm 144 pts (silhouette &amp; stabilité)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7221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</a:rPr>
              <a:t>6b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6c — K-selection dérivée ppm brut 144 pts (silhouette &amp; stabilité)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5341" y="43501"/>
            <a:ext cx="39145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</a:rPr>
              <a:t>6c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878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7221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</a:rPr>
              <a:t>6d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338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/>
            <a:r>
              <a:rPr sz="1400" b="1" dirty="0">
                <a:solidFill>
                  <a:srgbClr val="FFFFFF"/>
                </a:solidFill>
              </a:rPr>
              <a:t>6d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6e — Coude inertie dérivée ppm brut poly=1 144 pts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058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</a:rPr>
              <a:t>6e </a:t>
            </a:r>
            <a:endParaRPr lang="fr-FR" sz="1400" b="1" dirty="0">
              <a:solidFill>
                <a:srgbClr val="FFFFFF"/>
              </a:solidFill>
            </a:endParaRPr>
          </a:p>
          <a:p>
            <a:endParaRPr sz="1400" b="1" dirty="0">
              <a:solidFill>
                <a:srgbClr val="FFFFFF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344</Words>
  <Application>Microsoft Office PowerPoint</Application>
  <PresentationFormat>Personnalisé</PresentationFormat>
  <Paragraphs>50</Paragraphs>
  <Slides>49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LEHMANN Antony</cp:lastModifiedBy>
  <cp:revision>4</cp:revision>
  <dcterms:created xsi:type="dcterms:W3CDTF">2013-01-27T09:14:16Z</dcterms:created>
  <dcterms:modified xsi:type="dcterms:W3CDTF">2026-07-03T11:10:00Z</dcterms:modified>
  <cp:category/>
</cp:coreProperties>
</file>